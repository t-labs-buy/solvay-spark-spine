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530"/>
                </a:solidFill>
                <a:latin typeface="Arial"/>
              </a:rPr>
              <a:t>Tech stack — Consumption and Retrieval &amp; grounding</a:t>
            </a:r>
          </a:p>
        </p:txBody>
      </p:sp>
      <p:graphicFrame>
        <p:nvGraphicFramePr>
          <p:cNvPr id="3" name="Tech stack — Consumption and Retrieval &amp; grounding"/>
          <p:cNvGraphicFramePr>
            <a:graphicFrameLocks noGrp="1"/>
          </p:cNvGraphicFramePr>
          <p:nvPr/>
        </p:nvGraphicFramePr>
        <p:xfrm>
          <a:off x="274320" y="868680"/>
          <a:ext cx="116403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6153912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Technologies &amp; libraries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Runtime · port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</a:tr>
              <a:tr h="365760">
                <a:tc rowSpan="5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Consumption</a:t>
                      </a:r>
                    </a:p>
                  </a:txBody>
                  <a:tcPr anchor="ctr" marL="73152" marR="73152" marT="36576" marB="36576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Ask RAG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React 19 · MUI · SSE stream (fetch + stream reader); FastAPI /api/ask; cited answer streamed from Claude Opus 5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Web UI → FastAPI :8000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Evidence Agent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Anthropic SDK tool-use loop on Claude Opus 5; quote verification; computed claim scores; run history in PostgreSQL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FastAPI /api/evidence · SSE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Fit-Gap Copilot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Claude Opus 5, two passes (read As-Is, compare); quality gates; exports: WeasyPrint (PDF), python-docx (Word), openpyxl (Excel)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FastAPI /api/rollout · SSE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InsightLens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Claude Opus 5, one run per BPML step, verifier + synthesis passes; openpyxl XLSX export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FastAPI /api/fitgap · SSE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230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Graph Explorer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D3 7 graph canvas; plain-English → Cypher; Neo4j Browser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Bolt :7687 · Browser :7474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rowSpan="6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Retrieval &amp; grounding</a:t>
                      </a:r>
                    </a:p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Grounding &amp; verification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Anthropic Messages API (Claude Opus 5); answers only from retrieved passages; character-level quote verifier (Python); confidence computed, not generated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Upload search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psycopg 3 + pgvector over a per-upload Postgres schema (docling_session)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Gated web search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Anthropic web_search server tool on Claude Sonnet 5; SAP · EU domain allow-list; max 2 per run, after the corpus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HTTPS (cloud)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Hybrid search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pgvector HNSW (cosine) + PostgreSQL tsvector full-text, fused with reciprocal rank fusion; psycopg 3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Graph traversal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In-memory graph (Python): entity, neighbours, paths; NL → Cypher on Claude Opus 5, checked with EXPLAIN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 · Bolt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4A8C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Memory recall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hindsight-client over HTTP: recall before a run, retain verified findings after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 :8888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530"/>
                </a:solidFill>
                <a:latin typeface="Arial"/>
              </a:rPr>
              <a:t>Tech stack — Memory, Ingestion &amp; curation, Sources</a:t>
            </a:r>
          </a:p>
        </p:txBody>
      </p:sp>
      <p:graphicFrame>
        <p:nvGraphicFramePr>
          <p:cNvPr id="3" name="Tech stack — Memory, Ingestion &amp; curation, Sources"/>
          <p:cNvGraphicFramePr>
            <a:graphicFrameLocks noGrp="1"/>
          </p:cNvGraphicFramePr>
          <p:nvPr/>
        </p:nvGraphicFramePr>
        <p:xfrm>
          <a:off x="274320" y="868680"/>
          <a:ext cx="116403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6153912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Technologies &amp; libraries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Runtime · port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</a:tr>
              <a:tr h="365760">
                <a:tc rowSpan="5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Memory layer</a:t>
                      </a:r>
                    </a:p>
                  </a:txBody>
                  <a:tcPr anchor="ctr" marL="73152" marR="73152" marT="36576" marB="36576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Upload sessions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PostgreSQL 18 + pgvector; docling_session database, one schema per upload; expire after 12 h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:5433 local · :5432 compose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Document corpus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Markdown files (solvay-spark/*/markdown, knowledge_base/) + graph JSON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disk · Docker volume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Vector &amp; keyword index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PostgreSQL 18 + pgvector: HNSW cosine index, tsvector keyword index; chunks, run history, evaluation runs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:5433 local · :5432 compose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Process knowledge graph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Graph JSON (source of truth) + Neo4j 5 Community with APOC (read-only copy); neo4j Python driver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Bolt :7687 · Browser :7474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3B4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Agent memory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Hindsight API in its own environment; embedded PostgreSQL; LLM through LiteLLM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 :8888 · not in compose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rowSpan="4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03F"/>
                          </a:solidFill>
                          <a:latin typeface="Arial"/>
                        </a:rPr>
                        <a:t>Ingestion &amp; curation</a:t>
                      </a:r>
                    </a:p>
                  </a:txBody>
                  <a:tcPr anchor="ctr" marL="73152" marR="73152" marT="36576" marB="36576">
                    <a:solidFill>
                      <a:srgbClr val="E3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Convert to Markdown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Docling (layout, tables); Tesseract via tesserocr; OpenCV + NumPy; LibreOffice + Poppler (previews); Pillow; optional vision model (Qwen3-VL via MLX, or Claude / OpenAI); CPU PyTorch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E3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Curate &amp; publish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FastAPI 'Add to knowledge base'; analyst's category recorded in Markdown front matter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FastAPI :8000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E3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Chunk &amp; embed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Heading-aware Markdown chunker (Python); Ollama bge-m3, 1024-dimension vectors; stored via psycopg + pgvector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Ollama HTTP :11434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E3E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Build knowledge graph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Python rules + ontology (regex); BPML hierarchy via openpyxl; neo4j driver loads the Neo4j copy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 · Bolt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rowSpan="2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03F"/>
                          </a:solidFill>
                          <a:latin typeface="Arial"/>
                        </a:rPr>
                        <a:t>Sources</a:t>
                      </a:r>
                    </a:p>
                  </a:txBody>
                  <a:tcPr anchor="ctr" marL="73152" marR="73152" marT="36576" marB="36576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Documents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PDF · Word · PowerPoint · Excel · HTML · XML · CSV · TXT · e-mail; programme docs and country As-Is attachments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upload via Web UI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Existing corpus folders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Markdown (PKG · DR) indexed from the command line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disk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530"/>
                </a:solidFill>
                <a:latin typeface="Arial"/>
              </a:rPr>
              <a:t>Tech stack — Models, Evaluation, External services, Security</a:t>
            </a:r>
          </a:p>
        </p:txBody>
      </p:sp>
      <p:graphicFrame>
        <p:nvGraphicFramePr>
          <p:cNvPr id="3" name="Tech stack — Models, Evaluation, External services, Security"/>
          <p:cNvGraphicFramePr>
            <a:graphicFrameLocks noGrp="1"/>
          </p:cNvGraphicFramePr>
          <p:nvPr/>
        </p:nvGraphicFramePr>
        <p:xfrm>
          <a:off x="274320" y="868680"/>
          <a:ext cx="116403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6153912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Technologies &amp; libraries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Runtime · port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</a:tr>
              <a:tr h="365760">
                <a:tc rowSpan="2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Models</a:t>
                      </a:r>
                    </a:p>
                  </a:txBody>
                  <a:tcPr anchor="ctr" marL="73152" marR="73152" marT="36576" marB="36576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Anthropic Claude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Messages API: Opus 5 (answers, agents, Cypher) · Sonnet 5 (evaluation judge, web search) · Haiku 4.5 (scope check)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HTTPS (cloud)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Ollama (local)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bge-m3 embedding model, 1024-d; ollama-pull one-shot service fetches it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 :11434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Evaluation</a:t>
                      </a:r>
                    </a:p>
                  </a:txBody>
                  <a:tcPr anchor="ctr" marL="73152" marR="73152" marT="36576" marB="36576">
                    <a:solidFill>
                      <a:srgbClr val="C954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RAG Evaluation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Ragas + langchain-community; 12 metrics judged by Claude Sonnet 5; bge-m3 embeddings; 27-question ground-truth experiments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background thread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C954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Agent Evaluation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Pure Python scores from quote checks, gates, tool log and guardrails; no model call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C954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Graph Evaluation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Python structure checks; NL → Cypher execution accuracy (Claude writes, Neo4j runs, rows compared)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 · Bolt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rowSpan="2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External services</a:t>
                      </a:r>
                    </a:p>
                  </a:txBody>
                  <a:tcPr anchor="ctr" marL="73152" marR="73152" marT="36576" marB="36576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Langfuse Cloud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langfuse SDK; opentelemetry-instrumentation-anthropic + -threading; traces and all quality scores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HTTPS (cloud)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2F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Web (allow-listed)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Anthropic web_search_20250305 tool; SAP and EU domains by default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HTTPS (cloud)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rowSpan="2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Security &amp; guardrails</a:t>
                      </a:r>
                    </a:p>
                  </a:txBody>
                  <a:tcPr anchor="ctr" marL="73152" marR="73152" marT="36576" marB="36576">
                    <a:solidFill>
                      <a:srgbClr val="6474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Sign-in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HMAC-signed HttpOnly session cookie (Python hmac / secrets); FastAPI router; separate Demo Mode sign-in; pages only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6474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530"/>
                          </a:solidFill>
                          <a:latin typeface="Arial"/>
                        </a:rPr>
                        <a:t>Guardrails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ASGI contact-redaction middleware (regex); scope check on Claude Haiku 4.5; web-search gate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7424F"/>
                          </a:solidFill>
                          <a:latin typeface="Arial"/>
                        </a:rPr>
                        <a:t>in-process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530"/>
                </a:solidFill>
                <a:latin typeface="Arial"/>
              </a:rPr>
              <a:t>Tech stack — Runtime &amp; deployment</a:t>
            </a:r>
          </a:p>
        </p:txBody>
      </p:sp>
      <p:graphicFrame>
        <p:nvGraphicFramePr>
          <p:cNvPr id="3" name="Tech stack — Runtime &amp; deployment"/>
          <p:cNvGraphicFramePr>
            <a:graphicFrameLocks noGrp="1"/>
          </p:cNvGraphicFramePr>
          <p:nvPr/>
        </p:nvGraphicFramePr>
        <p:xfrm>
          <a:off x="274320" y="868680"/>
          <a:ext cx="116403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6153912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Technologies &amp; libraries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Runtime · port</a:t>
                      </a:r>
                    </a:p>
                  </a:txBody>
                  <a:tcPr anchor="ctr" marL="73152" marR="73152" marT="36576" marB="36576">
                    <a:solidFill>
                      <a:srgbClr val="1E2530"/>
                    </a:solidFill>
                  </a:tcPr>
                </a:tc>
              </a:tr>
              <a:tr h="365760">
                <a:tc rowSpan="3"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Runtime &amp; deployment</a:t>
                      </a:r>
                    </a:p>
                  </a:txBody>
                  <a:tcPr anchor="ctr" marL="73152" marR="73152" marT="36576" marB="36576">
                    <a:solidFill>
                      <a:srgbClr val="5B6B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30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Python 3.12 · FastAPI · Uvicorn · Pydantic · python-multipart · python-dotenv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:8000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5B6B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30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React 19 · TypeScript 5.9 · Vite 8 · MUI 9 + Emotion · D3 7 · Mermaid · marked + DOMPurify · framer-motion · lucide-react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static bundle (Node 22 build)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xBody>
                    <a:bodyPr wrap="square"/>
                    <a:lstStyle/>
                    <a:p/>
                  </a:txBody>
                  <a:tcPr anchor="ctr" marL="73152" marR="73152" marT="36576" marB="36576">
                    <a:solidFill>
                      <a:srgbClr val="5B6B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530"/>
                          </a:solidFill>
                          <a:latin typeface="Arial"/>
                        </a:rPr>
                        <a:t>Containers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Multi-stage Docker image (python:3.12-slim; LibreOffice, Poppler, Tesseract, Pango/Cairo); Docker Compose: app, pgvector/pg18, Ollama, neo4j:5-community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7424F"/>
                          </a:solidFill>
                          <a:latin typeface="Arial"/>
                        </a:rPr>
                        <a:t>linux/amd64 registry image</a:t>
                      </a:r>
                    </a:p>
                  </a:txBody>
                  <a:tcPr anchor="ctr" marL="73152" marR="73152" marT="36576" marB="36576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